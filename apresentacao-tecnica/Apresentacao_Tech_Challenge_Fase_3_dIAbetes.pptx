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3eb54251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3eb54251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3eb54251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3eb54251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3eb54251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3eb54251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3eb542512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3eb54251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3eb542512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3eb54251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67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800"/>
            <a:ext cx="1219167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152225" y="143075"/>
            <a:ext cx="473700" cy="33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67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/>
          <p:nvPr/>
        </p:nvSpPr>
        <p:spPr>
          <a:xfrm>
            <a:off x="98400" y="100000"/>
            <a:ext cx="473700" cy="33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800"/>
            <a:ext cx="12191674" cy="680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/>
          <p:nvPr/>
        </p:nvSpPr>
        <p:spPr>
          <a:xfrm>
            <a:off x="173775" y="132300"/>
            <a:ext cx="473700" cy="33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800"/>
            <a:ext cx="12191674" cy="680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41475" y="132300"/>
            <a:ext cx="473700" cy="33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800"/>
            <a:ext cx="12191674" cy="680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141475" y="132300"/>
            <a:ext cx="473700" cy="33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225"/>
            <a:ext cx="12191674" cy="676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